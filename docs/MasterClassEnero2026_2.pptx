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65" r:id="rId3"/>
    <p:sldId id="266" r:id="rId4"/>
    <p:sldId id="261" r:id="rId5"/>
    <p:sldId id="263" r:id="rId6"/>
    <p:sldId id="264" r:id="rId7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http://customooxmlschemas.google.com/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4" roundtripDataSignature="AMtx7mgsjkNSa1OhYGczPVBggKtVNdEk3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0" d="100"/>
          <a:sy n="150" d="100"/>
        </p:scale>
        <p:origin x="654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4" Type="http://schemas.openxmlformats.org/officeDocument/2006/relationships/slide" Target="slides/slide3.xml"/><Relationship Id="rId14" Type="http://customschemas.google.com/relationships/presentationmetadata" Target="meta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">
          <a:extLst>
            <a:ext uri="{FF2B5EF4-FFF2-40B4-BE49-F238E27FC236}">
              <a16:creationId xmlns:a16="http://schemas.microsoft.com/office/drawing/2014/main" id="{4C13F466-2455-473F-61AA-60BB67330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5:notes">
            <a:extLst>
              <a:ext uri="{FF2B5EF4-FFF2-40B4-BE49-F238E27FC236}">
                <a16:creationId xmlns:a16="http://schemas.microsoft.com/office/drawing/2014/main" id="{658675F1-ED38-65BB-9124-A7254F95AD6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0" name="Google Shape;120;p5:notes">
            <a:extLst>
              <a:ext uri="{FF2B5EF4-FFF2-40B4-BE49-F238E27FC236}">
                <a16:creationId xmlns:a16="http://schemas.microsoft.com/office/drawing/2014/main" id="{0099DFEC-91F1-EC1C-DA1B-8868296DE4F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2255986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">
          <a:extLst>
            <a:ext uri="{FF2B5EF4-FFF2-40B4-BE49-F238E27FC236}">
              <a16:creationId xmlns:a16="http://schemas.microsoft.com/office/drawing/2014/main" id="{633F67B5-FC47-80E7-06FB-1C2D5554A8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5:notes">
            <a:extLst>
              <a:ext uri="{FF2B5EF4-FFF2-40B4-BE49-F238E27FC236}">
                <a16:creationId xmlns:a16="http://schemas.microsoft.com/office/drawing/2014/main" id="{4BD8E0B9-70BE-4CD4-E7F3-5619FA10387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0" name="Google Shape;120;p5:notes">
            <a:extLst>
              <a:ext uri="{FF2B5EF4-FFF2-40B4-BE49-F238E27FC236}">
                <a16:creationId xmlns:a16="http://schemas.microsoft.com/office/drawing/2014/main" id="{503845C0-126A-F2FB-E5CC-79637AF72D2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8332981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0" name="Google Shape;120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" name="Google Shape;127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 título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8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Verdana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8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4" name="Google Shape;14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 blanco" type="blank">
  <p:cSld name="BLANK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os objetos" type="twoObj">
  <p:cSld name="TWO_OBJECTS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1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1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9" name="Google Shape;29;p11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0" name="Google Shape;30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objetos" type="obj">
  <p:cSld name="OBJECT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2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cabezado de sección" type="secHead">
  <p:cSld name="SECTION_HEADER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13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Verdana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13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42" name="Google Shape;42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ción" type="twoTxTwoObj">
  <p:cSld name="TWO_OBJECTS_WITH_TEXT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4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4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8" name="Google Shape;48;p14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9" name="Google Shape;49;p14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0" name="Google Shape;50;p14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1" name="Google Shape;51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ido con título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5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erdana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5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15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8" name="Google Shape;58;p1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n con título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6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Verdana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6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marR="0" lvl="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marR="0" lvl="2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marR="0" lvl="3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marR="0" lvl="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marR="0" lvl="5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4" name="Google Shape;64;p16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5" name="Google Shape;65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texto vertical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7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1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Verdana"/>
              <a:buNone/>
              <a:defRPr sz="44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7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MX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 txBox="1">
            <a:spLocks noGrp="1"/>
          </p:cNvSpPr>
          <p:nvPr>
            <p:ph type="ctrTitle"/>
          </p:nvPr>
        </p:nvSpPr>
        <p:spPr>
          <a:xfrm>
            <a:off x="1524000" y="1854199"/>
            <a:ext cx="9144000" cy="21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Rockwell"/>
              <a:buNone/>
            </a:pPr>
            <a:r>
              <a:rPr lang="es-MX" b="1" dirty="0">
                <a:solidFill>
                  <a:schemeClr val="lt1"/>
                </a:solidFill>
                <a:latin typeface="Rockwell"/>
                <a:ea typeface="Rockwell"/>
                <a:cs typeface="Rockwell"/>
                <a:sym typeface="Rockwell"/>
              </a:rPr>
              <a:t>Master </a:t>
            </a:r>
            <a:r>
              <a:rPr lang="es-MX" b="1" dirty="0" err="1">
                <a:solidFill>
                  <a:schemeClr val="lt1"/>
                </a:solidFill>
                <a:latin typeface="Rockwell"/>
                <a:ea typeface="Rockwell"/>
                <a:cs typeface="Rockwell"/>
                <a:sym typeface="Rockwell"/>
              </a:rPr>
              <a:t>Class</a:t>
            </a:r>
            <a:endParaRPr b="1" dirty="0"/>
          </a:p>
        </p:txBody>
      </p:sp>
      <p:sp>
        <p:nvSpPr>
          <p:cNvPr id="85" name="Google Shape;85;p1"/>
          <p:cNvSpPr txBox="1">
            <a:spLocks noGrp="1"/>
          </p:cNvSpPr>
          <p:nvPr>
            <p:ph type="subTitle" idx="1"/>
          </p:nvPr>
        </p:nvSpPr>
        <p:spPr>
          <a:xfrm>
            <a:off x="1524000" y="3954162"/>
            <a:ext cx="9144000" cy="5684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>
              <a:spcBef>
                <a:spcPts val="0"/>
              </a:spcBef>
              <a:buClr>
                <a:schemeClr val="lt1"/>
              </a:buClr>
              <a:buSzPts val="3200"/>
            </a:pPr>
            <a:r>
              <a:rPr lang="es-MX" dirty="0"/>
              <a:t>Django un recorrido práctico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">
          <a:extLst>
            <a:ext uri="{FF2B5EF4-FFF2-40B4-BE49-F238E27FC236}">
              <a16:creationId xmlns:a16="http://schemas.microsoft.com/office/drawing/2014/main" id="{AFDF9B51-06BB-7BFC-1054-244EEEA031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E21A215-1180-7A29-0378-A35B4020C4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Presentación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902B342D-D738-39AC-D5C1-49EA52BA87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/>
              <a:t>BUAP – LCC</a:t>
            </a:r>
          </a:p>
          <a:p>
            <a:r>
              <a:rPr lang="es-MX" dirty="0"/>
              <a:t>ITESM – MCC – Seguridad y Aplicaciones distribuidas</a:t>
            </a:r>
          </a:p>
          <a:p>
            <a:r>
              <a:rPr lang="es-MX" dirty="0"/>
              <a:t>UADY – Especialidad en Estadística</a:t>
            </a:r>
          </a:p>
          <a:p>
            <a:r>
              <a:rPr lang="es-MX" dirty="0"/>
              <a:t>ITESM – </a:t>
            </a:r>
            <a:r>
              <a:rPr lang="es-MX" dirty="0" err="1"/>
              <a:t>DataScience</a:t>
            </a:r>
            <a:r>
              <a:rPr lang="es-MX"/>
              <a:t> (Certificación) </a:t>
            </a:r>
            <a:endParaRPr lang="es-MX" dirty="0"/>
          </a:p>
          <a:p>
            <a:r>
              <a:rPr lang="es-MX" dirty="0"/>
              <a:t>Profesor de cátedra (desde 2001)</a:t>
            </a:r>
          </a:p>
          <a:p>
            <a:r>
              <a:rPr lang="es-MX" dirty="0"/>
              <a:t>Banco de México - Investigador 2002</a:t>
            </a:r>
          </a:p>
          <a:p>
            <a:r>
              <a:rPr lang="es-MX" dirty="0" err="1"/>
              <a:t>TruEffort</a:t>
            </a:r>
            <a:r>
              <a:rPr lang="es-MX" dirty="0"/>
              <a:t> - Asesor - CTO) 2022 - fecha</a:t>
            </a:r>
          </a:p>
        </p:txBody>
      </p:sp>
    </p:spTree>
    <p:extLst>
      <p:ext uri="{BB962C8B-B14F-4D97-AF65-F5344CB8AC3E}">
        <p14:creationId xmlns:p14="http://schemas.microsoft.com/office/powerpoint/2010/main" val="17510497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">
          <a:extLst>
            <a:ext uri="{FF2B5EF4-FFF2-40B4-BE49-F238E27FC236}">
              <a16:creationId xmlns:a16="http://schemas.microsoft.com/office/drawing/2014/main" id="{557DF488-DF0C-06DA-B0EB-9BA17A03AD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5">
            <a:extLst>
              <a:ext uri="{FF2B5EF4-FFF2-40B4-BE49-F238E27FC236}">
                <a16:creationId xmlns:a16="http://schemas.microsoft.com/office/drawing/2014/main" id="{F19D560B-A4DC-1E1C-8FA5-A5ACD36B459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508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/>
          </a:p>
        </p:txBody>
      </p:sp>
      <p:sp>
        <p:nvSpPr>
          <p:cNvPr id="123" name="Google Shape;123;p5">
            <a:extLst>
              <a:ext uri="{FF2B5EF4-FFF2-40B4-BE49-F238E27FC236}">
                <a16:creationId xmlns:a16="http://schemas.microsoft.com/office/drawing/2014/main" id="{B16CAB6B-E5AA-285E-1D9F-6E1D72C9E9C3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508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/>
          </a:p>
        </p:txBody>
      </p:sp>
      <p:sp>
        <p:nvSpPr>
          <p:cNvPr id="124" name="Google Shape;124;p5">
            <a:extLst>
              <a:ext uri="{FF2B5EF4-FFF2-40B4-BE49-F238E27FC236}">
                <a16:creationId xmlns:a16="http://schemas.microsoft.com/office/drawing/2014/main" id="{7288391F-758B-7E5B-EE9E-087BEC1C32A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Verdana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398651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3"/>
          <p:cNvSpPr txBox="1"/>
          <p:nvPr/>
        </p:nvSpPr>
        <p:spPr>
          <a:xfrm>
            <a:off x="838200" y="2317173"/>
            <a:ext cx="10515600" cy="2057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Rockwell"/>
              <a:buNone/>
            </a:pPr>
            <a:r>
              <a:rPr lang="es-MX" sz="4400" b="1" i="0" u="none" strike="noStrike" cap="none">
                <a:solidFill>
                  <a:schemeClr val="lt1"/>
                </a:solidFill>
                <a:latin typeface="Rockwell"/>
                <a:ea typeface="Rockwell"/>
                <a:cs typeface="Rockwell"/>
                <a:sym typeface="Rockwell"/>
              </a:rPr>
              <a:t>Frase corta o</a:t>
            </a:r>
            <a:br>
              <a:rPr lang="es-MX" sz="4400" b="1" i="0" u="none" strike="noStrike" cap="none">
                <a:solidFill>
                  <a:schemeClr val="lt1"/>
                </a:solidFill>
                <a:latin typeface="Rockwell"/>
                <a:ea typeface="Rockwell"/>
                <a:cs typeface="Rockwell"/>
                <a:sym typeface="Rockwell"/>
              </a:rPr>
            </a:br>
            <a:r>
              <a:rPr lang="es-MX" sz="4400" b="1" i="0" u="none" strike="noStrike" cap="none">
                <a:solidFill>
                  <a:schemeClr val="lt1"/>
                </a:solidFill>
                <a:latin typeface="Rockwell"/>
                <a:ea typeface="Rockwell"/>
                <a:cs typeface="Rockwell"/>
                <a:sym typeface="Rockwell"/>
              </a:rPr>
              <a:t>texto destacable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508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/>
          </a:p>
        </p:txBody>
      </p:sp>
      <p:sp>
        <p:nvSpPr>
          <p:cNvPr id="123" name="Google Shape;123;p5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508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endParaRPr/>
          </a:p>
        </p:txBody>
      </p:sp>
      <p:sp>
        <p:nvSpPr>
          <p:cNvPr id="124" name="Google Shape;124;p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Verdana"/>
              <a:buNone/>
            </a:pP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6"/>
          <p:cNvSpPr/>
          <p:nvPr/>
        </p:nvSpPr>
        <p:spPr>
          <a:xfrm>
            <a:off x="8947398" y="6115688"/>
            <a:ext cx="2465740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b="1" i="0" u="none" strike="noStrike" cap="none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rPr>
              <a:t>merida.anahuac.mx</a:t>
            </a:r>
            <a:endParaRPr/>
          </a:p>
        </p:txBody>
      </p:sp>
      <p:pic>
        <p:nvPicPr>
          <p:cNvPr id="130" name="Google Shape;130;p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87843" y="6115688"/>
            <a:ext cx="716940" cy="338555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6"/>
          <p:cNvSpPr/>
          <p:nvPr/>
        </p:nvSpPr>
        <p:spPr>
          <a:xfrm>
            <a:off x="1104783" y="6115688"/>
            <a:ext cx="3088282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00" b="0" i="0" u="none" strike="noStrike" cap="none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rPr>
              <a:t>Universidad Anáhuac Mayab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65</Words>
  <Application>Microsoft Office PowerPoint</Application>
  <PresentationFormat>Panorámica</PresentationFormat>
  <Paragraphs>13</Paragraphs>
  <Slides>6</Slides>
  <Notes>6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6</vt:i4>
      </vt:variant>
    </vt:vector>
  </HeadingPairs>
  <TitlesOfParts>
    <vt:vector size="11" baseType="lpstr">
      <vt:lpstr>Arial</vt:lpstr>
      <vt:lpstr>Calibri</vt:lpstr>
      <vt:lpstr>Rockwell</vt:lpstr>
      <vt:lpstr>Verdana</vt:lpstr>
      <vt:lpstr>Tema de Office</vt:lpstr>
      <vt:lpstr>Master Class</vt:lpstr>
      <vt:lpstr>Presentación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Ortega Rios Covian Roberto Antonio</dc:creator>
  <cp:lastModifiedBy>Francisco Vazquez</cp:lastModifiedBy>
  <cp:revision>1</cp:revision>
  <dcterms:created xsi:type="dcterms:W3CDTF">2020-03-09T15:54:05Z</dcterms:created>
  <dcterms:modified xsi:type="dcterms:W3CDTF">2026-01-17T19:02:02Z</dcterms:modified>
</cp:coreProperties>
</file>